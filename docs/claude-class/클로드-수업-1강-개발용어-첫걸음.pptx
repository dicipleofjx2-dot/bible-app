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인사와 한 줄 약속으로 엽니다. "오늘 수업이 끝나면, 개발자에게 부탁하듯 클로드에게 부탁할 수 있게 됩니다." 개발 경험을 물어보고 손을 들게 해 분위기를 풀어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마당을 손가락으로 짚어 가며 읽습니다. 마지막 상자를 꼭 소리 내어 읽어 주세요. 처음 듣는 분들이 "다 외워야 하나" 하고 긴장을 푸는 지점입니다.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한 번 멈추고 질문합니다. "식당에서 '알아서 맛있는 거 주세요' 하면 뭐가 나올까요?" 용어는 메뉴판이라고 설명하면 바로 이해합니다.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왼쪽을 먼저 읽고 수강생 반응을 봅니다. 오른쪽을 읽은 뒤 "이 네 단어가 오늘 배울 용어입니다"라고 이어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"아홉 장이 지나가는 동안 한 번도 손을 들지 않아도 됩니다. 끝나고 치트시트 한 장을 드립니다." 부담을 먼저 내려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"웹은 고치면 바로 반영, 네이티브는 다시 설치"가 오늘 가장 실용적인 구분입니다. 수강생 폰에 깔린 앱과 브라우저로 여는 주소를 비교해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식당 비유는 이 수업에서 가장 잘 먹히는 장입니다. 천천히 가세요. 손님-홀-주방-창고 순서로 손으로 짚으면 기억에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경로를 읽는 법만 보여 주면 됩니다. 슬래시는 "그 안의"라고 읽으면 된다고 알려 주세요. src 안의 app 안의 read 종이.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깃은 가장 어렵게 느껴지는 대목입니다. 게임 세이브 포인트, 혹은 한글 파일의 "다른 이름으로 저장"을 자동으로 해 주는 것이라고 말해 주면 편안해집니다.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마지막 문장이 이 장의 핵심입니다. 초보자는 에러 메시지를 "무서운 것"으로 보고 요약해서 전달하다가 정보를 다 버립니다. 통째로 복사하라고 두 번 말해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다섯 단계 흐름을 한 번 소리 내어 같이 읽습니다. "고침-저장-올림-굽기-문열기". 앞 장의 깃 용어가 여기서 다시 나오므로 자연스럽게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다음 장(키와 보안)으로 자연스럽게 넘어갑니다. "남의 창구를 쓰려면 신분증이 필요하겠죠?" 하고 던지세요.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배경을 어둡게 한 이유를 말해 주세요. "이 장만 색이 다릅니다. 오늘 하나만 기억한다면 이 장입니다." 실제 사고 사례(카드 요금 청구)를 한 문장으로 들려주면 각인됩니다.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문장이 중요합니다. "검사 통과 = 완성"이 아니라는 것을 심어 주세요. 뒤의 '할 수 있는 일 / 사람이 할 일' 장으로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"지금까지는 단어였고, 이제부터는 문장입니다." 앞마당과 연결해 주고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수강생 한 명에게 자기 상황으로 네 칸을 채워 말해 보게 하면 가장 좋습니다. 2분이면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칸을 먼저 읽고 "이렇게 말한 적 있으시죠?" 하고 웃음을 유도합니다. 오른쪽은 천천히, 밑줄 그어 가며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장은 배포 자료에 그대로 실립니다. 수강생에게 "여덟 개 중 오늘 쓸 것 두 개만 표시해 두세요"라고 하면 실제로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칸을 강조하세요. 클로드를 과신해 확인 없이 배포하는 것이 초보자의 가장 큰 사고입니다.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여기서부터는 노트북을 열게 합니다. 화면을 함께 띄우고 한 단계씩 같이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3번에서 "한 번에 하나씩"을 꼭 강조합니다. 초보자는 열 가지를 한꺼번에 요청했다가 결과를 확인하지 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일부러 에러를 내 보는 경험이 두려움을 없앱니다. 강사가 먼저 시범으로 망가뜨리고 고치는 모습을 보여 주면 가장 효과가 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줄을 수강생과 함께 소리 내어 읽습니다. 배포 자료 첫 장에도 이 다섯 줄이 들어갑니다.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인쇄해서 나눠 줄 장입니다. 배포 자료(가이드 문서)에도 같은 표가 들어 있다고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마무리는 짧게. 치트시트와 가이드 문서를 나눠 주고, 다음 시간까지 각자 클로드에게 무엇이든 한 가지 부탁해 보기를 숙제로 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371600"/>
            <a:ext cx="1828800" cy="18288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92640" y="1371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1강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8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· 개발 입문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8595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클로드와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용어 첫걸음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개발을 몰라도 괜찮습니다.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통하면, 클로드가 대신 만들어 줍니다.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새부대교회 · 데이빗바이블 개발 나눔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걷는 네 마당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40080" y="1389888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664208"/>
            <a:ext cx="457200" cy="4572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22576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용어인가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944368"/>
            <a:ext cx="20436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말을 써야 부탁이 정확해진다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4428" y="1389888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80460" y="1664208"/>
            <a:ext cx="457200" cy="4572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8046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80460" y="2322576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아홉 묶음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3680460" y="2944368"/>
            <a:ext cx="20436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앱·화면·저장소·깃·버그·배포·API·보안·테스트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08776" y="1389888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08" y="1664208"/>
            <a:ext cx="457200" cy="45720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6480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64808" y="2322576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거는 법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6464808" y="2944368"/>
            <a:ext cx="20436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부탁에는 네 가지가 들어 있다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93124" y="1389888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49156" y="1664208"/>
            <a:ext cx="457200" cy="45720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49156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49156" y="2322576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실습과 안전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9249156" y="2944368"/>
            <a:ext cx="20436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해 보고, 지킬 것을 정한다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489204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외울 필요는 없습니다. 이 말을 들었을 때 무슨 뜻인지 알아듣는 것까지가 오늘의 목표입니다.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143000" cy="11430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용어부터인가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클로드는 못 알아들어서 못 하는 것이 아니라,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원하는지 몰라서 엉뚱한 것을 만듭니다.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부탁, 다른 결과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40080" y="1389888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F6EEE8"/>
          </a:solidFill>
          <a:ln w="12700">
            <a:solidFill>
              <a:srgbClr val="E0CFC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64208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아쉬운 부탁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231136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"앱이 이상해요. 좀 고쳐 주세요."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클로드가 어디를 봐야 할지 몰라 화면을 헤매고, 엉뚱한 곳을 고칩니다. 되묻느라 시간이 갑니다.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54496" y="1389888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EAF0EC"/>
          </a:solidFill>
          <a:ln w="12700">
            <a:solidFill>
              <a:srgbClr val="C9DA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0256" y="1664208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4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부탁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620256" y="2231136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"마이페이지 화면에서 로그인 버튼을 눌러도 반응이 없어요. 에러는 이렇게 떴습니다."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어디서·무엇이·어떻게 잘못됐는지가 담겨 있어 바로 그 파일로 갑니다.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02920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502920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차이는 실력이 아니라 단어 네 개였습니다 — 화면, 버튼, 에러, 그리고 "지금 어떻게 되는가".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143000" cy="11430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용어 아홉 묶음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한 묶음. 어려운 말 옆에는 반드시 비유를 답니다.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묶음 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· 앱 · 웹 · 네이티브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컴퓨터에게 시킬 일을 글로 적어 둔 것. 모든 것의 출발점.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4428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80460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3680460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직접 쓰는 프로그램. 데이빗바이블이 앱입니다.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8776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4808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주소를 치면 열리는 앱. 설치가 필요 없고 고치면 바로 반영.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3124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49156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네이티브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9249156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폰에 설치해 쓰는 앱. 고치려면 다시 설치해야 합니다.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벌의 코드로 웹과 네이티브를 함께 만드는 도구가 있습니다. 데이빗바이블이 그렇게 만들어졌습니다.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묶음 2 · 식당으로 보는 앱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· 백엔드 · 데이터베이스 · 서버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 · 손님이 보는 곳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화면, 글씨, 버튼, 색깔. 눈에 보이는 전부.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4428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80460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주방 · 안 보이는 곳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80460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3680460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 판단하고 규칙을 지키는 자리.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 · 재료 보관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글, 기도제목처럼 저장해 둔 정보.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3124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49156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· 늘 열려 있는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249156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9249156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켜져 있는, 어딘가의 컴퓨터.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"글씨 색을 바꿔 주세요"는 홀 일, "저장이 안 돼요"는 주방이나 창고 일입니다. 어느 쪽인지만 말해도 절반은 전달된 셈입니다.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묶음 3 · 서류 캐비닛으로 보기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· 파일 · 폴더 · 저장소 · 경로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19072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873752"/>
                <a:gridCol w="3840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비유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컴퓨터에게 쓰는 문장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줄 한 줄의 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코드를 담은 문서 하나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종이 한 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폴더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파일을 모아 둔 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서류함 한 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 전체가 담긴 곳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캐비닛 한 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파일이 어디 있는지 적은 주소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캐비닛 3층 왼쪽 둘째 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553212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클로드가 src/app/read.tsx 같은 말을 하면 겁내지 마세요. "읽기 화면을 담은 종이"라는 뜻입니다.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묶음 4 · 무한 되돌리기 장치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 · 커밋 · 브랜치 · 푸시 · 풀</a:t>
            </a:r>
            <a:endParaRPr lang="en-US" sz="3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19072"/>
          <a:ext cx="1090879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5703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이렇게 이해하면 됩니다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깃 (Git)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고친 내용을 전부 시간순으로 남겨 두는 장치. 언제든 되돌릴 수 있습니다.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커밋 (Commit)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"여기까지 저장" 하고 도장을 찍는 일. 왜 고쳤는지 한 줄을 같이 적습니다.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브랜치 (Branch)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원본은 그대로 두고 옆길을 내서 실험하는 것. 망쳐도 원본은 무사합니다.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푸시 (Push)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컴퓨터에 쌓인 것을 인터넷(깃허브)으로 올려 보내는 일.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풀 (Pull)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인터넷에 있는 남의 작업을 내 컴퓨터로 내려받는 일.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"제가 옆길에서 한 작업, 원본에 합쳐 주세요" 하고 내는 요청서.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553212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처음엔 커밋 하나만 기억하세요. "괜찮으면 커밋해 주세요" — 이 한마디로 작업이 안전하게 저장됩니다.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묶음 5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버그 · 에러 · 로그 · 디버깅 · 재현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1998878" cy="3246120"/>
          </a:xfrm>
          <a:prstGeom prst="roundRect">
            <a:avLst>
              <a:gd name="adj" fmla="val 457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93392"/>
            <a:ext cx="14868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버그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15184"/>
            <a:ext cx="148681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 뜻과 다르게 동작하는 것.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67558" y="1719072"/>
            <a:ext cx="1998878" cy="3246120"/>
          </a:xfrm>
          <a:prstGeom prst="roundRect">
            <a:avLst>
              <a:gd name="adj" fmla="val 457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23590" y="1993392"/>
            <a:ext cx="14868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3123590" y="2615184"/>
            <a:ext cx="148681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"못 하겠다"고 컴퓨터가 내놓는 메시지.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95037" y="1719072"/>
            <a:ext cx="1998878" cy="3246120"/>
          </a:xfrm>
          <a:prstGeom prst="roundRect">
            <a:avLst>
              <a:gd name="adj" fmla="val 457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1069" y="1993392"/>
            <a:ext cx="14868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5351069" y="2615184"/>
            <a:ext cx="148681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프로그램이 남긴 일기. 원인이 여기 있습니다.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22515" y="1719072"/>
            <a:ext cx="1998878" cy="3246120"/>
          </a:xfrm>
          <a:prstGeom prst="roundRect">
            <a:avLst>
              <a:gd name="adj" fmla="val 457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78547" y="1993392"/>
            <a:ext cx="14868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디버깅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7578547" y="2615184"/>
            <a:ext cx="148681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버그를 찾아 고치는 일 전체.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49994" y="1719072"/>
            <a:ext cx="1998878" cy="3246120"/>
          </a:xfrm>
          <a:prstGeom prst="roundRect">
            <a:avLst>
              <a:gd name="adj" fmla="val 457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06026" y="1993392"/>
            <a:ext cx="14868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9806026" y="2615184"/>
            <a:ext cx="148681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방법으로 다시 일으켜 보기.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가져갈 딱 한 가지 — 빨간 글씨가 뜨면 통째로 복사해서 클로드에게 붙여넣으세요. 요약하지 마세요. 그 안에 답이 있습니다.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묶음 6 · 만든 것을 내보내기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· 빌드 · 배포 · 도메인 · 운영</a:t>
            </a:r>
            <a:endParaRPr lang="en-US" sz="3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19072"/>
          <a:ext cx="1090879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9827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이렇게 이해하면 됩니다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로컬 (Local)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컴퓨터 안. 아직 나만 볼 수 있는 상태입니다.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 (Build)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사람이 쓴 코드를 기계가 읽을 모양으로 굽는 일. 반죽을 빵으로.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 (Deploy)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구운 것을 실제 사용자에게 내보내는 일. 가게 문을 여는 순간.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도메인 (Domain)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사람이 외우는 인터넷 주소 이름. 가게의 간판입니다.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(Production)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진짜 사용자가 쓰고 있는 곳. 여기서 실수하면 모두가 봅니다.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553212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흐름 — 내 컴퓨터에서 고침 → 저장(커밋) → 올림(푸시) → 굽기(빌드) → 문 열기(배포)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묶음 7 · 남이 만든 것을 빌려 쓰기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· 라이브러리 · 패키지 · 프레임워크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프로그램에 부탁을 넣는 창구. 은행 창구와 같습니다.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4428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80460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라이브러리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3680460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남이 미리 만들어 둔 부품 모음. 직접 안 만들어도 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8776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4808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부품을 담아 내려받는 상자. "설치한다"고 말합니다.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3124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49156" y="1993392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프레임워크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9249156" y="2615184"/>
            <a:ext cx="204368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집의 뼈대. 그 위에 살을 붙여 앱을 짓습니다.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"카카오톡으로 보내기", "지도 보여 주기" 같은 기능은 대개 남의 API를 빌려서 만듭니다. 처음부터 만들지 않습니다.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8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묶음 8 · 가장 중요한 장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· 환경변수 · 노출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3453384" cy="3108960"/>
          </a:xfrm>
          <a:prstGeom prst="roundRect">
            <a:avLst>
              <a:gd name="adj" fmla="val 2941"/>
            </a:avLst>
          </a:prstGeom>
          <a:solidFill>
            <a:srgbClr val="3A2C2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39112"/>
            <a:ext cx="2721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(API Key)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87752"/>
            <a:ext cx="27218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남의 서비스를 쓸 때 내미는 신분증. 남이 가져가면 그 사람이 내 이름으로 쓰고, 요금은 내가 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67784" y="1719072"/>
            <a:ext cx="3453384" cy="3108960"/>
          </a:xfrm>
          <a:prstGeom prst="roundRect">
            <a:avLst>
              <a:gd name="adj" fmla="val 2941"/>
            </a:avLst>
          </a:prstGeom>
          <a:solidFill>
            <a:srgbClr val="3A2C2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33544" y="2039112"/>
            <a:ext cx="2721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환경변수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33544" y="2587752"/>
            <a:ext cx="27218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키를 코드 바깥에 따로 보관하는 자리. 코드는 공개해도 키는 남지 않습니다.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95488" y="1719072"/>
            <a:ext cx="3453384" cy="3108960"/>
          </a:xfrm>
          <a:prstGeom prst="roundRect">
            <a:avLst>
              <a:gd name="adj" fmla="val 2941"/>
            </a:avLst>
          </a:prstGeom>
          <a:solidFill>
            <a:srgbClr val="4A2C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61248" y="2039112"/>
            <a:ext cx="2721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하지 않기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61248" y="2587752"/>
            <a:ext cx="27218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EFD9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키를 코드에 직접 적기 · 화면 캡처에 띄우기 · 채팅에 붙여넣기 · 깃에 올리기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102352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3A2C2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102352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클로드에게 이렇게 말하세요 — "이 키는 환경변수로 빼 주세요." 그러면 알아서 안전한 자리에 옮겨 둡니다.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묶음 9 · 클로드가 자주 쓰는 말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· 타입 · 리팩터링 · 마이그레이션</a:t>
            </a:r>
            <a:endParaRPr lang="en-US" sz="3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19072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655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이렇게 이해하면 됩니다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테스트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제대로 도는지 자동으로 확인하는 코드. 사람 대신 검사해 주는 검사원.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"이 칸엔 숫자만" 같은 약속. 틀린 값을 미리 잡아 줍니다.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리팩터링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동작은 그대로 두고 코드만 정리하는 일. 방 가구 재배치.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마이그레이션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 창고의 구조를 바꾸는 일. 선반을 새로 짜는 공사.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롤백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바로 전 상태로 되돌리는 일. 잘못됐을 때의 비상구.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553212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클로드가 "타입 검사를 통과했습니다"라고 하면, 기본 문법 실수는 없다는 뜻입니다. 화면이 예쁜지, 원하는 대로인지는 사람이 봐야 합니다.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143000" cy="11430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클로드에게 말 거는 법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용어를 알았으니, 이제 문장을 만듭니다.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부탁에 들어가는 네 가지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40080" y="1389888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664208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1975104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화면·파일 이름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596896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"마이페이지 화면에서"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4428" y="1389888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80460" y="1664208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80460" y="1975104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대상과 동작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3680460" y="2596896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"로그인 버튼을 눌렀을 때"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08776" y="1389888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4808" y="1664208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바라는 것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1975104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기대하는 결과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596896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"홈 화면으로 넘어가야 합니다"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93124" y="1389888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9156" y="1664208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249156" y="1975104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상태 · 에러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9249156" y="2596896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"아무 반응이 없고 이 에러가 뜹니다"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489204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칸을 이어 붙이면 그대로 문장이 됩니다. 병원에서 증상을 말하듯 하면 됩니다 — 어디가, 언제부터, 어떻게.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 말하기 연습</a:t>
            </a:r>
            <a:endParaRPr lang="en-US" sz="3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89888"/>
          <a:ext cx="1090879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6831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이렇게 말하면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이렇게 바꿔 보세요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"이거 좀 예쁘게 해 주세요"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"홈 화면 버튼 글씨가 작아 보입니다. 지금보다 한 단계 크게, 색은 그대로 두고 바꿔 주세요."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"안 돼요"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"읽기 화면에서 다음 장 버튼을 눌러도 화면이 그대로입니다. 에러는 없고 반응만 없습니다."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"기능 하나 넣어 주세요"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"기도 목록에 검색칸을 넣고 싶습니다. 이름으로 찾을 수 있으면 됩니다. 먼저 계획부터 알려 주세요."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"아까 게 나았어요"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"방금 바꾼 것을 되돌려 주세요. 그 전 상태가 맞았습니다."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60120" y="553212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길게 쓸 필요 없습니다. 한 문장에 장소·대상·기대만 들어가면 충분합니다.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복사해서 쓰는 여덟 문장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말들만 있으면 됩니다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317236" cy="962406"/>
          </a:xfrm>
          <a:prstGeom prst="roundRect">
            <a:avLst>
              <a:gd name="adj" fmla="val 7601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17395"/>
            <a:ext cx="365760" cy="36576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01739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4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19072"/>
            <a:ext cx="4265676" cy="96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코드가 무슨 일을 하는지 쉬운 말로 설명해 주세요."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1636" y="1719072"/>
            <a:ext cx="5317236" cy="962406"/>
          </a:xfrm>
          <a:prstGeom prst="roundRect">
            <a:avLst>
              <a:gd name="adj" fmla="val 7601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87668" y="2017395"/>
            <a:ext cx="365760" cy="36576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87668" y="201739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7008876" y="1719072"/>
            <a:ext cx="4265676" cy="96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"고치기 전에 계획부터 알려 주세요."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882646"/>
            <a:ext cx="5317236" cy="962406"/>
          </a:xfrm>
          <a:prstGeom prst="roundRect">
            <a:avLst>
              <a:gd name="adj" fmla="val 7601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3180969"/>
            <a:ext cx="365760" cy="36576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" y="31809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882646"/>
            <a:ext cx="4265676" cy="96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"에러 전문을 붙여넣겠습니다. 원인부터 찾아 주세요."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31636" y="2882646"/>
            <a:ext cx="5317236" cy="962406"/>
          </a:xfrm>
          <a:prstGeom prst="roundRect">
            <a:avLst>
              <a:gd name="adj" fmla="val 7601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7668" y="3180969"/>
            <a:ext cx="365760" cy="36576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87668" y="31809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40" dirty="0"/>
          </a:p>
        </p:txBody>
      </p:sp>
      <p:sp>
        <p:nvSpPr>
          <p:cNvPr id="19" name="Text 17"/>
          <p:cNvSpPr txBox="1"/>
          <p:nvPr/>
        </p:nvSpPr>
        <p:spPr>
          <a:xfrm>
            <a:off x="7008876" y="2882646"/>
            <a:ext cx="4265676" cy="96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"왜 그렇게 고쳤는지 한 줄로 설명해 주세요."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046220"/>
            <a:ext cx="5317236" cy="962406"/>
          </a:xfrm>
          <a:prstGeom prst="roundRect">
            <a:avLst>
              <a:gd name="adj" fmla="val 7601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344543"/>
            <a:ext cx="365760" cy="36576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96112" y="434454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046220"/>
            <a:ext cx="4265676" cy="96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"다른 곳은 건드리지 말고 이 부분만 바꿔 주세요."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31636" y="4046220"/>
            <a:ext cx="5317236" cy="962406"/>
          </a:xfrm>
          <a:prstGeom prst="roundRect">
            <a:avLst>
              <a:gd name="adj" fmla="val 7601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87668" y="4344543"/>
            <a:ext cx="365760" cy="36576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87668" y="434454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7008876" y="4046220"/>
            <a:ext cx="4265676" cy="96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"방금 한 것을 되돌려 주세요."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209794"/>
            <a:ext cx="5317236" cy="962406"/>
          </a:xfrm>
          <a:prstGeom prst="roundRect">
            <a:avLst>
              <a:gd name="adj" fmla="val 7601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" y="5508117"/>
            <a:ext cx="365760" cy="36576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6112" y="550811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44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209794"/>
            <a:ext cx="4265676" cy="96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"확인까지 해 보고 결과를 보여 주세요."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231636" y="5209794"/>
            <a:ext cx="5317236" cy="962406"/>
          </a:xfrm>
          <a:prstGeom prst="roundRect">
            <a:avLst>
              <a:gd name="adj" fmla="val 7601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7668" y="5508117"/>
            <a:ext cx="365760" cy="36576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87668" y="550811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440" dirty="0"/>
          </a:p>
        </p:txBody>
      </p:sp>
      <p:sp>
        <p:nvSpPr>
          <p:cNvPr id="35" name="Text 33"/>
          <p:cNvSpPr txBox="1"/>
          <p:nvPr/>
        </p:nvSpPr>
        <p:spPr>
          <a:xfrm>
            <a:off x="7008876" y="5209794"/>
            <a:ext cx="4265676" cy="96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"커밋은 제가 말할 때까지 하지 말아 주세요."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클로드가 하는 일, 사람이 하는 일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40080" y="1389888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EAF0EC"/>
          </a:solidFill>
          <a:ln w="12700">
            <a:solidFill>
              <a:srgbClr val="C9DA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64208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4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클로드가 잘하는 일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231136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읽고 쉬운 말로 설명하기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화면·기능 만들기, 고치기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 원인을 찾아 고치기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문서·안내문·자료 작성하기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명령을 직접 실행하고 확인하기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저장(커밋)과 배포까지 맡기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54496" y="1389888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F6EEE8"/>
          </a:solidFill>
          <a:ln w="12700">
            <a:solidFill>
              <a:srgbClr val="E0CFC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0256" y="1664208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3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사람이 해야 하는 일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620256" y="2231136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로그인해서 눈으로 확인하기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폰에서 직접 눌러 보기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비밀번호·인증번호 입력하기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돈이 드는 결정 내리기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"이게 맞다"는 최종 판단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사용자에게 알리고 설명하기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502920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502920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눈은 언제나 사람입니다. "다 됐습니다"라는 말을 들어도 한 번은 직접 봅니다.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143000" cy="11430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해 봅니다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실습, 그리고 꼭 지킬 다섯 가지.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1 · 10분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손으로 첫 페이지 만들기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93392"/>
            <a:ext cx="457200" cy="4572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51760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부탁하기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273552"/>
            <a:ext cx="20436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교회 주간 일정을 보여 주는 한 장짜리 웹페이지를 만들어 주세요."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4428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0460" y="1993392"/>
            <a:ext cx="457200" cy="4572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804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80460" y="2651760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받기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3680460" y="3273552"/>
            <a:ext cx="20436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"만들기 전에 어떻게 만들지 먼저 알려 주세요." 읽고 마음에 들면 진행합니다.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808" y="1993392"/>
            <a:ext cx="457200" cy="45720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480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64808" y="2651760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보기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3273552"/>
            <a:ext cx="20436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"제목 글씨를 크게", "색을 따뜻하게" — 한 번에 하나씩 바꿉니다.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3124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49156" y="1993392"/>
            <a:ext cx="457200" cy="45720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49156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49156" y="2651760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저장하기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9249156" y="3273552"/>
            <a:ext cx="20436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마음에 들면 "여기까지 커밋해 주세요." 되돌릴 자리가 생깁니다.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용어가 다 나왔습니다 — 웹페이지 · 계획 · 커밋. 오늘 처음 들은 말로 이미 일을 시켰습니다.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2 · 10분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에러와 마주 앉기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294376" cy="4114800"/>
          </a:xfrm>
          <a:prstGeom prst="roundRect">
            <a:avLst>
              <a:gd name="adj" fmla="val 2222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해 봅니다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5628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일부러 오타를 하나 냅니다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실행해서 빨간 글씨를 만납니다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글씨를 통째로 복사합니다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에러가 떴습니다" 하고 붙여넣습니다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고쳐지면 왜 그랬는지 묻습니다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719072"/>
            <a:ext cx="5294376" cy="4114800"/>
          </a:xfrm>
          <a:prstGeom prst="roundRect">
            <a:avLst>
              <a:gd name="adj" fmla="val 2222"/>
            </a:avLst>
          </a:prstGeom>
          <a:solidFill>
            <a:srgbClr val="2B211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0256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배우는 것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0256" y="2560320"/>
            <a:ext cx="45628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에러는 혼내는 말이 아니라 안내문입니다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요약하면 단서가 사라집니다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"왜"를 물어야 다음에 내가 압니다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되돌릴 수 있으니 겁낼 것이 없습니다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지킬 다섯 가지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40080" y="1389888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99286"/>
            <a:ext cx="420624" cy="420624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9928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56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389888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· 주민번호 · 카드번호는 어떤 경우에도 붙여넣지 않습니다.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75611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85009"/>
            <a:ext cx="420624" cy="420624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58500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56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375611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작업 전에는 "계획부터 알려 주세요" 하고 한 번 멈춥니다.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361334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570732"/>
            <a:ext cx="420624" cy="420624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5707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56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61334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저장(커밋)과 내보내기(배포)는 내가 말할 때만 하게 합니다.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347058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455"/>
            <a:ext cx="420624" cy="420624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55645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56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347058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"다 됐습니다"라는 말을 들어도 내 눈으로 한 번 확인합니다.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332781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542178"/>
            <a:ext cx="420624" cy="420624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54217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56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332781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지우거나 바꾸기 전에 "되돌릴 수 있나요?"를 먼저 묻습니다.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잘라서 책상에 붙이세요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치트시트 한 장</a:t>
            </a:r>
            <a:endParaRPr lang="en-US" sz="3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19072"/>
          <a:ext cx="5294376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37413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줄 뜻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사람이 쓰는 프로그램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웹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주소를 치면 열리는 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네이티브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폰에 설치해 쓰는 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프론트엔드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눈에 보이는 화면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 보이는 처리·계산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데이터베이스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정보를 쌓아 두는 창고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24시간 켜진 컴퓨터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· 폴더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종이 한 장 · 서류함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 전체가 든 캐비닛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파일이 놓인 자리의 주소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1719072"/>
          <a:ext cx="5294376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37413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줄 뜻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커밋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여기까지 저장, 도장 찍기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브랜치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원본은 두고 내는 옆길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푸시 · 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올리기 · 내려받기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 · 배포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굽기 · 문 열기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버그 · 에러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잘못된 동작 · 빨간 안내문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프로그램이 남긴 일기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남의 프로그램에 넣는 창구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라이브러리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남이 만들어 둔 부품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 · 환경변수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신분증 · 그 보관함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롤백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바로 전으로 되돌리기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8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한 문장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코딩을 배우는 것이 아니라,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부탁하는 법을 배웁니다.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49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 · 무엇을 · 바라는 것 · 지금은.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네 가지만 말하면 나머지는 클로드가 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8686800" cy="777240"/>
          </a:xfrm>
          <a:prstGeom prst="roundRect">
            <a:avLst>
              <a:gd name="adj" fmla="val 9412"/>
            </a:avLst>
          </a:prstGeom>
          <a:solidFill>
            <a:srgbClr val="3A2C2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48920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 — 클로드와 함께 진짜 기능 하나를 처음부터 끝까지 만들어 봅니다.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1강 · 개발 용어 첫걸음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클로드와 개발 용어 첫걸음</dc:title>
  <dc:subject>PptxGenJS Presentation</dc:subject>
  <dc:creator>새부대교회</dc:creator>
  <cp:lastModifiedBy>새부대교회</cp:lastModifiedBy>
  <cp:revision>1</cp:revision>
  <dcterms:created xsi:type="dcterms:W3CDTF">2026-09-21T01:40:34Z</dcterms:created>
  <dcterms:modified xsi:type="dcterms:W3CDTF">2026-09-21T01:40:34Z</dcterms:modified>
</cp:coreProperties>
</file>