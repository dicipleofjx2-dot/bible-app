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"1강이 메뉴판 읽는 법이었다면, 오늘은 주문하고 받아서 확인하는 데까지 갑니다." 지난 시간 참석하지 않은 분이 있으면 앞 두 장으로 따라올 수 있다고 안심시켜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빠르게 넘어갑니다. 네 상자를 손으로 짚으며 한 번씩만 읽어 주세요. 여기서 오래 끌면 오늘의 실습 시간이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시간이 2강에서 가장 값집니다. 세 명 정도만 받고 넘어가세요. 아무도 안 가져왔으면 강사가 미리 준비한 나쁜 문장 하나로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"오늘 이 다섯 걸음만 몸에 붙으면, 무엇을 만들든 똑같이 쓰실 수 있습니다." 순서가 있다는 것 자체가 초보자에게 큰 안심이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걸음을 수강생과 함께 소리 내어 읽습니다. "정하기-계획-만들기-확인-저장". 이 뒤 다섯 장이 각 걸음을 하나씩 풉니다. 마지막 줄의 "다시 1번으로"가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초보자가 가장 많이 실패하는 지점이 여기입니다. 크게 부탁하면 클로드가 뭔가를 많이 만들어 주는데, 정작 확인을 못 해서 맞는지 틀린지 모릅니다.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"계획을 다 이해할 필요는 없습니다. 네 가지만 보세요." 모르는 단어가 나와도 괜찮고, 그럴 땐 "이 계획을 쉬운 말로 다시 설명해 주세요"라고 하면 된다고 알려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줄을 강조하세요. 초보자는 클로드가 길게 작업하면 "끼어들면 안 되는 줄" 알고 끝까지 기다렸다가 다 버립니다.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"안 깨졌는가"가 초보자에게 가장 낯선 항목입니다. 한 곳을 고치면 다른 곳이 망가질 수 있다는 걸 예로 들어 주세요 — 책장 한 칸을 빼면 옆 칸이 쏟아지는 것처럼.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줄이 이 장의 메시지입니다. 저장을 규칙이 아니라 "자유를 주는 것"으로 설명하면 실제로 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분위기를 한 번 바꿉니다. 앞마당이 "순서"였다면 이 마당은 "도구를 다루는 감각"입니다.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책상 비유를 끝까지 밀고 가세요. 다음 장이 "언제 치우나"입니다. 이걸 모르면 수강생은 몇 시간짜리 대화를 계속 이어 가다가 클로드가 이상해졌다고 생각합니다.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세 줄을 받아 적게 하세요. 이것만 있으면 새 대화를 여는 게 전혀 손해가 아니라는 걸 알게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줄에서 앞 마당의 걸음 5와 고리를 걸어 주세요. 수업 전체에서 "저장"이 세 번 반복되는데, 매번 다른 각도에서 나오는 것이 의도입니다.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 이름(CLAUDE.md)을 굳이 외우게 하지 마세요. "쪽지"로 충분합니다. 실제로 만들 때는 클로드에게 부탁하면 되므로, 이름을 몰라도 아무 문제가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"세 번 반복하면 부탁을 바꾼다" — 이 규칙 하나가 초보자의 막힌 시간을 가장 크게 줄여 줍니다. 칠판에 적어 두고 실습 내내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노트북을 엽니다. 1강 실습을 못 한 분에게는 "주간 일정 페이지를 만들어 주세요" 한 줄로 5분이면 따라온다고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C가 진짜 목표라고 미리 말해 주세요. A와 B는 되돌릴 거리를 만들기 위한 것이기도 합니다. "망가뜨려 봐야 안심하고 쓸 수 있습니다."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강사가 먼저 한 바퀴를 시범으로 돕니다. 그다음 수강생이 각자 돕니다. 화면을 띄워 놓고 "지금 몇 번 걸음이죠?" 하고 물으면 순서가 몸에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B는 각자 하게 두고 돌아다니며 봅니다. C는 다 같이 동시에 합니다 — 전체가 한 번에 "되돌아왔다"를 경험하는 순간이 이 수업의 정점입니다.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 이 장을 띄워 두세요. 손을 드는 질문의 대부분이 이 다섯 줄 안에 있습니다. 강사가 달려가지 않아도 스스로 해결하게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실습으로 달아오른 분위기를 정리하는 마당입니다. 길게 끌지 말고 네 장으로 마무리하세요.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줄을 함께 읽습니다. 5번을 특히 강조하세요 — 모르는 걸 그냥 넘기는 습관이 붙으면 몇 달 뒤에도 같은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맨 위 한 줄만 색이 다릅니다. 나머지 넷은 시간을 잃지만 첫 번째는 돈과 신뢰를 잃습니다. 그 차이를 한 문장으로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인쇄해서 나눠 줄 장입니다. 1강 치트시트(용어)와 함께 두 장을 나란히 붙여 두라고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마무리는 짧게. 두 장짜리 치트시트를 나눠 주고, 숙제는 "완성"이 아니라 "한 바퀴"라는 점을 강조하세요. 작게라도 끝까지 돌아 본 경험이 다음 주의 재료가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371600"/>
            <a:ext cx="1828800" cy="18288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2강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· 개발 입문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8595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하나,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끝까지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1강에서 단어를 배웠습니다.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그 단어로 일을 끝까지 시켜 봅니다.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새부대교회 · 데이빗바이블 개발 나눔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· 3분 복습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이것만 기억하면 오늘 따라옵니다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부탁의 네 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· 무엇을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것 · 지금은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80460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구조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80460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 · 주방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680460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· 건물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저장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찍기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49156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49156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요약하지 말고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249156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통째로 붙여넣기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시간이 단어였다면, 오늘은 순서입니다. 그 순서를 다섯 걸음으로 나눠 외웁니다.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 나누기 · 10분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됐던 문장을 가져오셨죠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4114800"/>
          </a:xfrm>
          <a:prstGeom prst="roundRect">
            <a:avLst>
              <a:gd name="adj" fmla="val 2222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나눕니다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됐던 문장을 그대로 읽습니다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칸 중 무엇이 빠졌는지 함께 찾습니다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 고쳐 다시 넣어 봅니다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되면 넘어가고, 안 되면 적어 둡니다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4114800"/>
          </a:xfrm>
          <a:prstGeom prst="roundRect">
            <a:avLst>
              <a:gd name="adj" fmla="val 2222"/>
            </a:avLst>
          </a:prstGeom>
          <a:solidFill>
            <a:srgbClr val="2B21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흔한 세 가지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너무 많이 부탁했다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어디인지를 말하지 않았다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에러를 요약해서 전달했다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순서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만들든 순서는 같습니다. 다섯 걸음입니다.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걸음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664208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22576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정하기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44368"/>
            <a:ext cx="14868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 한 문장으로 좁힌다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67558" y="1389888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3590" y="1664208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2359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123590" y="2322576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받기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3123590" y="2944368"/>
            <a:ext cx="14868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 전에 어떻게 할지 먼저 듣는다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95037" y="1389888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1069" y="1664208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51069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51069" y="2322576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만들게 하기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5351069" y="2944368"/>
            <a:ext cx="14868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하나씩 맡긴다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22515" y="1389888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78547" y="1664208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78547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78547" y="2322576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확인하기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7578547" y="2944368"/>
            <a:ext cx="14868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눈으로 직접 본다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49994" y="1389888"/>
            <a:ext cx="1998878" cy="3246120"/>
          </a:xfrm>
          <a:prstGeom prst="roundRect">
            <a:avLst>
              <a:gd name="adj" fmla="val 457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06026" y="1664208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0602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806026" y="2322576"/>
            <a:ext cx="14868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저장하기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9806026" y="2944368"/>
            <a:ext cx="148681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커밋해서 돌아올 자리를 만든다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0120" y="489204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걸음을 돌고 나면 다시 1번으로 갑니다. 큰 기능도 이 바퀴를 여러 번 도는 것뿐입니다.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정하기 — 한 문장으로 좁힌다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25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너무 큰 부탁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걸음 크기로 자른 것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"교회 홈페이지를 만들어 주세요"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"주간 일정 한 장짜리 페이지부터 만들어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"기도 기능을 넣어 주세요"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"기도제목 목록에 이름으로 찾는 검색칸을 넣어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"보기 좋게 정리해 주세요"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"오늘 날짜 줄만 배경색을 넣어 눈에 띄게 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줄 모르겠으면 이렇게 물으세요 — "이걸 더 작은 단계로 쪼개 주세요. 뭐부터 하면 될까요?"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받기 — 만들기 전에 멈춘다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 ①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어디를 건드리나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아는 화면인가? 엉뚱한 곳이면 지금 말한다.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4428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80460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4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 ②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80460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 건드리나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680460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군데면 안심. 열 군데면 "더 작게 해 주세요".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 ③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것이 있나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"지운다"가 보이면 되돌릴 수 있는지 먼저 묻는다.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3124" y="1719072"/>
            <a:ext cx="2555748" cy="3246120"/>
          </a:xfrm>
          <a:prstGeom prst="roundRect">
            <a:avLst>
              <a:gd name="adj" fmla="val 3578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49156" y="1993392"/>
            <a:ext cx="2043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6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보나 ④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249156" y="2304288"/>
            <a:ext cx="2043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말과 맞나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249156" y="2926080"/>
            <a:ext cx="20436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부탁한 것과 다르면 여기서 바로잡는다.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말합니다 — "고치기 전에 계획부터 알려 주세요. 제가 확인하고 진행하겠습니다."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만들게 하기 — 한 번에 하나씩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6EEE8"/>
          </a:solidFill>
          <a:ln w="12700">
            <a:solidFill>
              <a:srgbClr val="E0CF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이러면 확인을 못 합니다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"제목 크게 하고, 색 바꾸고, 인쇄 버튼 넣고, 날짜 강조하고, 글꼴도 바꿔 주세요."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개가 한꺼번에 바뀌면, 하나가 잘못됐을 때 어느 것 때문인지 알 수 없습니다.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4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갑니다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"제목을 크게 해 주세요." → 확인 → 저장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"인쇄 버튼을 넣어 주세요." → 확인 → 저장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느려 보이지만 결국 더 빠릅니다. 되돌릴 자리가 계속 생기기 때문입니다.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35838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클로드가 일하는 도중에도 말을 걸어 멈출 수 있습니다. 방향이 이상하면 끝날 때까지 기다리지 마세요.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 4 · 가장 많이 건너뛰는 걸음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확인하기 — 세 가지만 봅니다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되는가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부탁한 그것이 실제로 동작하는가. 눌러 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8576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깨졌는가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잘 되던 다른 것도 여전히 되는가. 옆을 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원한 것인가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되기는 하는데 마음에 안 들 수 있습니다. 그것도 말합니다.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 됐습니다"는 클로드의 의견입니다. 확인은 내 몫입니다 — 1강의 그 문장이 여기서 쓰입니다.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걸음 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저장하기 — 돌아올 자리를 만든다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저장하나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제대로 되는 것을 본 직후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것을 시작하기 직전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작업을 끝낼 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EAF0EC"/>
          </a:solidFill>
          <a:ln w="12700">
            <a:solidFill>
              <a:srgbClr val="C9DA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4A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말합니다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"여기까지 커밋해 주세요."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F4D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설명은 클로드가 알아서 붙입니다. 무엇을 왜 고쳤는지가 기록으로 남습니다.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35838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저장을 자주 하는 사람이 과감하게 시도합니다. 언제든 돌아갈 수 있다는 걸 알기 때문입니다.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다루는 법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클로드는 대화 안에서만 기억합니다.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성질을 알면 훨씬 편해집니다.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대화의 성질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대화 = 한 책상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대화 안에서는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 한 말을 전부 기억합니다. "아까 그거"라고 해도 통합니다.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8576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대화가 바뀌면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기억이 없습니다. 새 책상에 앉은 사람과 같습니다.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93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길어지면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615184"/>
            <a:ext cx="29718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책상이 서류로 덮여 앞쪽이 흐려집니다. 헷갈리기 시작합니다.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대화가 길어져 답이 이상해지면 클로드가 모자란 게 아닙니다. 책상을 치울 때입니다.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새 대화를 시작하나</a:t>
            </a:r>
            <a:endParaRPr lang="en-US" sz="3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89888"/>
          <a:ext cx="1090879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367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이럴 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주제가 바뀔 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대화를 연다. 앞 이야기를 끌고 갈 이유가 없다.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답이 헷갈리기 시작할 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대화를 열고, 지금 상황을 세 줄로 적어 준다.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기능을 끝냈을 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저장(커밋)하고 새 대화에서 다음 기능을 시작한다.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기능을 이어서 고칠 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그대로 둔다. 기억이 있어야 편하다.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대화를 열 때 붙이는 세 줄 — ① 지금 무엇을 만들고 있는지 ② 어디까지 했는지 ③ 지금 막힌 것이 무엇인지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겁내지 않아도 되는 이유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되돌리는 세 가지 방법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되돌리기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"방금 한 것을 되돌려 주세요." 가장 빠릅니다. 직전 작업이면 충분합니다.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지점으로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"마지막 커밋 상태로 돌려 주세요." 여러 번 고친 뒤 통째로 되감을 때.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93392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새로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자체가 꼬였을 때. 코드는 두고 이야기만 새로 시작합니다.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저장(커밋)을 한 번도 안 했으면 2번을 쓸 수 없습니다. 걸음 5를 건너뛰지 않아야 하는 이유입니다.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말하기 귀찮을 때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프로젝트에 규칙을 적어 둡니다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폴더에 두는 쪽지 한 장입니다. 클로드가 일을 시작할 때마다 이 쪽지를 먼저 읽습니다.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적어 두면 매번 말하지 않아도 지켜집니다.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2B21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것을 적습니다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"커밋은 제가 말할 때만 해 주세요"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"설명은 쉬운 우리말로 해 주세요"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"고치기 전에 계획을 먼저 보여 주세요"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폴더는 건드리지 마세요"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35838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법도 부탁하면 됩니다 — "이 프로젝트 규칙 파일을 만들어 주세요. 이렇게 지켜 주셨으면 합니다: ..."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막혔을 때 — 이 순서로 봅니다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99286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992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56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8988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하나만 부탁했는가? 여러 개면 하나로 줄여 다시 말한다.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561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85009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850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56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7561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에러를 통째로 줬는가? 요약했다면 원문을 다시 붙여넣는다.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61334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70732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70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56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61334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상황을 다시 세운다 — "지금까지 무엇을 시도했고 왜 안 됐는지 정리해 주세요."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4705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455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5564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56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4705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안 되면 되돌리고 다른 길로 간다. 붙잡고 있는 것이 가장 비쌉니다.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33278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42178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5421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56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33278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부탁을 세 번 반복했는데 안 되면, 부탁이 잘못된 것입니다. 말을 바꿀 차례입니다.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— 끝까지 가 봅니다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1강에서 만든 주간 일정 페이지에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두 개를 직접 붙입니다.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붙일 것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둘, 그리고 되돌리기 한 번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날짜 강조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오늘에 해당하는 줄만 색이 다르게. 눈에 바로 보이는 변화입니다.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993392"/>
            <a:ext cx="457200" cy="4572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버튼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눌러서 인쇄하거나 PDF로 저장. 교회에서 실제로 쓸 수 있는 기능입니다.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719072"/>
            <a:ext cx="3483864" cy="3246120"/>
          </a:xfrm>
          <a:prstGeom prst="roundRect">
            <a:avLst>
              <a:gd name="adj" fmla="val 2817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93392"/>
            <a:ext cx="457200" cy="457200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되돌리기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73552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마음에 안 드는 변경을 하나 시키고, 되돌려 봅니다. 이게 오늘의 핵심입니다.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22122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모두 다섯 걸음을 그대로 돕니다 — 정하기 · 계획 · 만들기 · 확인 · 저장.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· 다섯 걸음 그대로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날짜 강조하기</a:t>
            </a:r>
            <a:endParaRPr lang="en-US" sz="3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말합니다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정하기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날짜에 해당하는 줄 하나만 눈에 띄게 한다 — 그것만.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계획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"오늘 날짜인 줄만 배경색을 넣어 주세요. 먼저 계획을 알려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만들기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계획이 괜찮으면 "그렇게 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확인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줄이 표시되나 · 다른 줄은 그대로인가 · 색이 마음에 드나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저장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"여기까지 커밋해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53212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마음에 안 들면 그것도 4번에서 말합니다 — "색을 조금 더 연하게 해 주세요." 그리고 다시 확인, 다시 저장.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· C — 혼자 돌아 보기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버튼, 그리고 되돌리기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· 인쇄 버튼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"페이지 위쪽에 인쇄 버튼을 하나 넣어 주세요. 먼저 계획을 알려 주세요."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눌러서 인쇄 창이 뜨는지 확인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것이 안 깨졌는지 확인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719072"/>
            <a:ext cx="5294376" cy="3383280"/>
          </a:xfrm>
          <a:prstGeom prst="roundRect">
            <a:avLst>
              <a:gd name="adj" fmla="val 2703"/>
            </a:avLst>
          </a:prstGeom>
          <a:solidFill>
            <a:srgbClr val="2B21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0256" y="1993392"/>
            <a:ext cx="4562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· 되돌리기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0256" y="2560320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"글꼴을 아주 크게 바꿔 주세요" — 일부러 어색하게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보고 "이건 아니다" 확인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"방금 한 것을 되돌려 주세요."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원래대로 돌아왔는지 눈으로 확인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358384"/>
            <a:ext cx="10908792" cy="713232"/>
          </a:xfrm>
          <a:prstGeom prst="roundRect">
            <a:avLst>
              <a:gd name="adj" fmla="val 10256"/>
            </a:avLst>
          </a:prstGeom>
          <a:solidFill>
            <a:srgbClr val="F2EB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5358384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되돌아온 것을 직접 본 사람만 그다음부터 과감해집니다. C를 건너뛰지 마세요.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중에 꼭 나오는 것들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땐 이렇게</a:t>
            </a:r>
            <a:endParaRPr lang="en-US" sz="3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0879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255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이런 일이 생기면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BF7F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이렇게 합니다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고쳤다는데 화면이 그대로다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새로고침을 한 번 한다. 그래도 그대로면 "정말 반영됐는지 확인해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부탁한 것 말고 다른 것도 바뀌었다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"○○만 남기고 나머지는 되돌려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빨간 글씨가 떴다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통째로 복사해 붙여넣고 "원인부터 찾아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말인지 하나도 모르겠다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"지금 하신 말을 개발 모르는 사람에게 하듯 설명해 주세요."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번 말했는데 계속 안 된다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4F4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되돌리고, 부탁 문장을 아예 다시 쓴다.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4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몸에 붙일 습관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쓰는 사람과 금방 포기하는 사람의 차이는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실력이 아니라 습관입니다.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쓰는 사람의 다섯 습관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38988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599286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992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56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8988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쪼개 부탁한다. 한 번에 하나.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561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85009"/>
            <a:ext cx="420624" cy="420624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8500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56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7561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먼저 본다. 시작하기 전에 한 번 멈춘다.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61334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70732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70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56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61334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자기 눈으로 본다. "됐습니다"를 믿지 않는다.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47058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455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5564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56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47058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저장한다. 되돌릴 자리를 계속 만들어 둔다.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332781"/>
            <a:ext cx="10908792" cy="839419"/>
          </a:xfrm>
          <a:prstGeom prst="roundRect">
            <a:avLst>
              <a:gd name="adj" fmla="val 8715"/>
            </a:avLst>
          </a:prstGeom>
          <a:solidFill>
            <a:srgbClr val="FFFDF9"/>
          </a:solidFill>
          <a:ln w="12700">
            <a:solidFill>
              <a:srgbClr val="E5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42178"/>
            <a:ext cx="420624" cy="420624"/>
          </a:xfrm>
          <a:prstGeom prst="ellipse">
            <a:avLst/>
          </a:prstGeom>
          <a:solidFill>
            <a:srgbClr val="3E6B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54217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56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332781"/>
            <a:ext cx="9628632" cy="83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 바로 묻는다. "쉬운 말로 설명해 주세요."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사고는 대개 이 다섯 가지에서 납니다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 말아야 할 다섯 가지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908792" cy="758952"/>
          </a:xfrm>
          <a:prstGeom prst="roundRect">
            <a:avLst>
              <a:gd name="adj" fmla="val 9639"/>
            </a:avLst>
          </a:prstGeom>
          <a:solidFill>
            <a:srgbClr val="4A2C2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97380"/>
            <a:ext cx="402336" cy="402336"/>
          </a:xfrm>
          <a:prstGeom prst="ellipse">
            <a:avLst/>
          </a:prstGeom>
          <a:solidFill>
            <a:srgbClr val="C464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973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84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19072"/>
            <a:ext cx="9628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· 카드번호 · 키를 붙여넣기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42616"/>
            <a:ext cx="10908792" cy="758952"/>
          </a:xfrm>
          <a:prstGeom prst="roundRect">
            <a:avLst>
              <a:gd name="adj" fmla="val 9639"/>
            </a:avLst>
          </a:prstGeom>
          <a:solidFill>
            <a:srgbClr val="3A2C2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20924"/>
            <a:ext cx="402336" cy="402336"/>
          </a:xfrm>
          <a:prstGeom prst="ellipse">
            <a:avLst/>
          </a:prstGeom>
          <a:solidFill>
            <a:srgbClr val="6A53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209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84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42616"/>
            <a:ext cx="9628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열 가지를 한꺼번에 부탁하기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908792" cy="758952"/>
          </a:xfrm>
          <a:prstGeom prst="roundRect">
            <a:avLst>
              <a:gd name="adj" fmla="val 9639"/>
            </a:avLst>
          </a:prstGeom>
          <a:solidFill>
            <a:srgbClr val="3A2C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744468"/>
            <a:ext cx="402336" cy="402336"/>
          </a:xfrm>
          <a:prstGeom prst="ellipse">
            <a:avLst/>
          </a:prstGeom>
          <a:solidFill>
            <a:srgbClr val="6A53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444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84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66160"/>
            <a:ext cx="9628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확인하지 않고 바로 내보내기(배포)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908792" cy="758952"/>
          </a:xfrm>
          <a:prstGeom prst="roundRect">
            <a:avLst>
              <a:gd name="adj" fmla="val 9639"/>
            </a:avLst>
          </a:prstGeom>
          <a:solidFill>
            <a:srgbClr val="3A2C21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668012"/>
            <a:ext cx="402336" cy="402336"/>
          </a:xfrm>
          <a:prstGeom prst="ellipse">
            <a:avLst/>
          </a:prstGeom>
          <a:solidFill>
            <a:srgbClr val="6A53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6680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84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489704"/>
            <a:ext cx="9628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에러를 요약해서 전달하기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413248"/>
            <a:ext cx="10908792" cy="758952"/>
          </a:xfrm>
          <a:prstGeom prst="roundRect">
            <a:avLst>
              <a:gd name="adj" fmla="val 9639"/>
            </a:avLst>
          </a:prstGeom>
          <a:solidFill>
            <a:srgbClr val="3A2C21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591556"/>
            <a:ext cx="402336" cy="402336"/>
          </a:xfrm>
          <a:prstGeom prst="ellipse">
            <a:avLst/>
          </a:prstGeom>
          <a:solidFill>
            <a:srgbClr val="6A53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5915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84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413248"/>
            <a:ext cx="9628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번도 저장하지 않고 몇 시간 계속 고치기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B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94E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잘라서 책상에 붙이세요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778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2강 치트시트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41192" cy="4453128"/>
          </a:xfrm>
          <a:prstGeom prst="roundRect">
            <a:avLst>
              <a:gd name="adj" fmla="val 2657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011680"/>
            <a:ext cx="2855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걸음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32304"/>
            <a:ext cx="2855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정하기 — 한 문장으로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계획 받기 — 먼저 멈춘다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만들게 하기 — 하나씩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확인하기 — 내 눈으로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저장하기 — 커밋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4297680"/>
            <a:ext cx="2855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세 가지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718304"/>
            <a:ext cx="2855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되는가 · 안 깨졌는가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원한 것인가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3880" y="1719072"/>
            <a:ext cx="3441192" cy="4453128"/>
          </a:xfrm>
          <a:prstGeom prst="roundRect">
            <a:avLst>
              <a:gd name="adj" fmla="val 2657"/>
            </a:avLst>
          </a:prstGeom>
          <a:solidFill>
            <a:srgbClr val="FFFDF9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6488" y="2011680"/>
            <a:ext cx="2855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되돌리는 세 가지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6488" y="2432304"/>
            <a:ext cx="2855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"방금 한 것을 되돌려 주세요"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"마지막 커밋 상태로 돌려 주세요"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새로 시작하기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66488" y="3712464"/>
            <a:ext cx="2855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막혔을 때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6488" y="4133088"/>
            <a:ext cx="2855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부탁했나 → 에러 통째로 줬나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"지금까지 정리해 주세요"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되돌리고 다른 길로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7680" y="1719072"/>
            <a:ext cx="3441192" cy="4453128"/>
          </a:xfrm>
          <a:prstGeom prst="roundRect">
            <a:avLst>
              <a:gd name="adj" fmla="val 2657"/>
            </a:avLst>
          </a:prstGeom>
          <a:solidFill>
            <a:srgbClr val="2B211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00288" y="2011680"/>
            <a:ext cx="2855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대화에 붙이는 세 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00288" y="2432304"/>
            <a:ext cx="2855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무엇을 만드는 중인지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어디까지 했는지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지금 막힌 것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3712464"/>
            <a:ext cx="2855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한 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4133088"/>
            <a:ext cx="2855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부탁을 세 번 했는데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되면, 부탁을 바꿉니다.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B6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8A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한 문장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부탁하고, 확인하고,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저장한다.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가지를 반복하면 됩니다.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D8C7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여러분은 기능 두 개를 만들었고, 한 번 되돌렸습니다.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9326880" cy="777240"/>
          </a:xfrm>
          <a:prstGeom prst="roundRect">
            <a:avLst>
              <a:gd name="adj" fmla="val 9412"/>
            </a:avLst>
          </a:prstGeom>
          <a:solidFill>
            <a:srgbClr val="3A2C2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8920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7F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 — 이번 주에 다섯 걸음을 한 바퀴 돌아 보세요. 무엇이든 좋습니다.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클로드 수업 2강 · 기능 하나, 처음부터 끝까지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63447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8C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클로드와 기능 하나 만들기 (2강)</dc:title>
  <dc:subject>PptxGenJS Presentation</dc:subject>
  <dc:creator>새부대교회</dc:creator>
  <cp:lastModifiedBy>새부대교회</cp:lastModifiedBy>
  <cp:revision>1</cp:revision>
  <dcterms:created xsi:type="dcterms:W3CDTF">2026-09-21T01:40:48Z</dcterms:created>
  <dcterms:modified xsi:type="dcterms:W3CDTF">2026-09-21T01:40:48Z</dcterms:modified>
</cp:coreProperties>
</file>