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"1강은 단어, 2강은 순서였습니다. 3강은 그 순서를 더 적은 힘으로 도는 법입니다." 2강까지 잘 따라온 분들이 다음 단계로 느끼게 열어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증상 중 하나라도 겪은 분 손 들어 보라고 하세요. 거의 다 듭니다. "오늘 배울 건 이 셋을 한꺼번에 고치는 한 가지입니다."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줄이 3강 전체의 뿌리입니다. 천천히 읽고 한 번 더 반복해 주세요. 이걸 이해하면 나머지는 다 따라옵니다.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"매번 처음부터 다시 읽는다"가 핵심입니다. 회의에 늦게 들어온 사람에게 매번 회의록 전체를 읽어 주는 것과 같다고 설명하면 바로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2강에서 쓴 책상 비유를 그대로 이어 갑니다. 같은 비유를 반복해 쓰는 것이 이 수업 설계의 핵심입니다 — 새 비유를 만들면 그것부터 다시 배워야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 슬라이드와 짝을 이루는 장입니다. "증상 → 원인"이 한 줄씩 맞물리는 것을 손으로 짚어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검은 칸을 꼭 짚어 주세요. 1강에서 "에러는 통째로"라고 가르쳤는데 3번과 부딪혀 보입니다. 아끼는 것과 잘라 내는 것은 다르다 — 에러는 그 자체가 답이라 자르면 손해입니다.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줄이 중요합니다. 효율이 "아끼느라 손해 보는 것"으로 들리면 아무도 안 합니다. 품질이 같이 올라간다는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"2강에서 '책상을 치울 때다'까지 배웠는데, 정작 치우는 법은 안 알려 드렸죠. 오늘 그걸 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명령어를 외우게 하지 마세요. 마지막 줄대로 /help를 한 번 같이 쳐 보는 것이 훨씬 오래 갑니다. 버전이 올라가면 이름이 바뀔 수도 있으니 정직하게 그렇게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"잃는 것"을 숨기지 말고 먼저 말하세요. 컴팩트를 마법처럼 소개하면 나중에 세부가 사라진 걸 발견하고 불신합니다.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컴팩트를 "있으니 안 해도 된다"로 받아들이면 안 됩니다. 마지막 줄이 이 장의 결론입니다. 타이밍을 내가 고르는 것이 이득이라는 점만 남기세요.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다 외울 필요 없다고 말하고 마지막 한 줄만 받아 적게 하세요. "일이 이어지면 컴팩트, 일이 바뀌면 새로 시작" — 이 문장 하나로 90%가 해결됩니다.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가지가 3강에서 가장 "고급스러워" 보이는 대목입니다. 실습에서 꼭 한 번 해 보게 하세요. 접기 명령 이름은 /help로 확인한 것을 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"지금까지는 덜어 내는 이야기였습니다. 이번엔 쌓아 두는 이야기입니다 — 단, 평소엔 자리를 안 차지하는 방식으로."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칸("평소엔 접혀 있다")이 이 장의 요점입니다. 규칙은 늘 펼쳐져 있지만 스킬은 부를 때만 펼쳐진다 — 그 차이가 21번 슬라이드로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긴 문장을 실제로 숨 안 쉬고 읽어 주세요. 웃음이 나오고, 오른쪽 한 줄의 대비가 확 살아납니다.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 형식이나 폴더 위치는 말하지 마세요. 클로드가 만들어 주므로 몰라도 됩니다. 2번의 중요성만 남기면 됩니다 — 설명이 애매하면 스킬이 있어도 안 불려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3번이 이 장의 해방감입니다. "형식을 몰라도 됩니다"를 두 번 말해 주세요. 스킬을 어려운 것으로 느끼면 아무도 안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수강생에게 "이 중에 당신 일이 있나요?" 하고 물어보세요. 없으면 각자 자기 일을 하나 말하게 합니다. 그것이 바로 다음 실습의 재료가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줄이 1마당(토큰)과 3마당(스킬)을 잇는 고리입니다. 규칙 파일이 비대해지는 것이 흔한 실수인데, 그 이유가 토큰이라는 걸 여기서 알게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"오늘은 빈손으로 안 돌아가십니다. 각자 스킬 하나씩 만들어서 가져가시는 게 목표입니다."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4번과 5번을 꼭 하게 하세요. 만들기만 하고 안 써 보면 그 스킬은 다음 주에 잊힙니다. 한 번 써서 결과를 본 사람만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"접힌 뒤 물어보기"가 핵심 동작입니다. 남기라고 한 것이 실제로 남았는지 눈으로 확인하면 컴팩트가 무섭지 않은 것이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1·2강 치트시트와 함께 세 장을 나란히 붙여 두라고 안내하세요. 세 장이면 이 수업 전체가 책상 위에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마당을 한 문장으로 묶어 주는 것이 이 장의 일입니다. 치트시트 세 장을 나눠 주고, 다음 시간 주제는 수강생이 실제로 막힌 곳에서 정하겠다고 말하면 참여도가 올라갑니다.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371600"/>
            <a:ext cx="1828800" cy="18288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3강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· 개발 입문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8595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클로드를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효율적으로 쓰기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일을 더 적은 힘으로.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· 컴팩트 · 스킬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새부대교회 · 데이빗바이블 개발 나눔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적 있으시죠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쓰다 보면 생기는 일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느려진다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나오기까지 점점 오래 걸린다.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8576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흐려진다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아까 한 말을 놓치고 엉뚱한 답을 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닳는다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수 있는 양이 금방 줄어든다.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같은 원인에서 옵니다. 오늘 그 원인 하나와, 그것을 다루는 도구 셋을 배웁니다.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토큰과 책상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원인은 하나입니다 —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클로드는 매번 대화 전체를 다시 읽습니다.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새 낱말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— 글을 세는 단위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4114800"/>
          </a:xfrm>
          <a:prstGeom prst="roundRect">
            <a:avLst>
              <a:gd name="adj" fmla="val 2222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글을 읽고 쓸 때 세는 낱개 단위입니다. 한글은 대략 한 글자가 한두 토큰쯤 됩니다.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쓴 말, 클로드가 쓴 답, 읽은 파일, 붙여넣은 에러 — 오간 모든 글이 토큰입니다.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4114800"/>
          </a:xfrm>
          <a:prstGeom prst="roundRect">
            <a:avLst>
              <a:gd name="adj" fmla="val 2222"/>
            </a:avLst>
          </a:prstGeom>
          <a:solidFill>
            <a:srgbClr val="2B21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알아야 하나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클로드는 답할 때마다 지금까지의 대화를 처음부터 다시 읽습니다.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대화가 길수록 매 답변이 더 무거워집니다. 스무 번째 답은 첫 답보다 훨씬 많이 읽고 나온 것입니다.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2강의 책상, 다시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책상에는 넓이가 있습니다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책상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몇 장. 한눈에 다 보이고 답이 빠릅니다.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80460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한참 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80460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서류가 쌓임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680460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데 시간이 걸립니다. 밑에 깔린 것은 잘 안 보입니다.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꽉 차면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비운다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오래된 것을 요약해 접어 둡니다. 세부는 사라집니다.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49156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49156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치울 줄 알아야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249156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치우는 도구가 오늘의 둘째 마당입니다.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책상 넓이를 컨텍스트라고 부릅니다. 낱말은 몰라도 됩니다 — "한 번에 들고 있을 수 있는 분량"이면 충분합니다.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세 증상, 이제 설명됩니다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89888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82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 그런가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느려진다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매번 더 많은 글을 다시 읽어야 하니까.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흐려진다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책상에 서류가 쌓여 아까 적어 둔 지시가 묻히니까.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빨리 닳는다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읽는 양이 곧 쓰는 양이니까. 긴 대화는 짧은 대화보다 훨씬 비싸다.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그러니 효율은 요령이 아니라 책상을 정리하는 습관입니다. 오늘 배울 것이 전부 여기서 나옵니다.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가져갈 목록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아끼는 일곱 습관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24253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2425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4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19072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하나가 끝나면 대화를 정리한다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22492" y="1719072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8524" y="2024253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8524" y="202425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6999732" y="1719072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"전부 읽어 봐" 대신 볼 곳을 가리킨다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78074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183255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31832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878074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기록은 관련된 부분만 준다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22492" y="2878074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8524" y="3183255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8524" y="31832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6999732" y="2878074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결과는 화면 대신 파일로 받는다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037076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342257"/>
            <a:ext cx="365760" cy="36576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6112" y="43422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037076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되풀이하는 지시는 규칙이나 스킬로 옮긴다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22492" y="4037076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8524" y="4342257"/>
            <a:ext cx="365760" cy="36576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8524" y="43422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6999732" y="4037076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일은 맡기고 요약만 받는다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196078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5501259"/>
            <a:ext cx="365760" cy="36576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50125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4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196078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먼저 본다 — 헛일이 가장 비싸다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22492" y="5196078"/>
            <a:ext cx="5326380" cy="976122"/>
          </a:xfrm>
          <a:prstGeom prst="roundRect">
            <a:avLst>
              <a:gd name="adj" fmla="val 7494"/>
            </a:avLst>
          </a:prstGeom>
          <a:solidFill>
            <a:srgbClr val="2B2118"/>
          </a:solidFill>
          <a:ln/>
        </p:spPr>
      </p:sp>
      <p:sp>
        <p:nvSpPr>
          <p:cNvPr id="33" name="Shape 31"/>
          <p:cNvSpPr/>
          <p:nvPr/>
        </p:nvSpPr>
        <p:spPr>
          <a:xfrm>
            <a:off x="6478524" y="5501259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78524" y="550125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40" dirty="0"/>
          </a:p>
        </p:txBody>
      </p:sp>
      <p:sp>
        <p:nvSpPr>
          <p:cNvPr id="35" name="Text 33"/>
          <p:cNvSpPr txBox="1"/>
          <p:nvPr/>
        </p:nvSpPr>
        <p:spPr>
          <a:xfrm>
            <a:off x="6999732" y="5196078"/>
            <a:ext cx="4274820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— 에러 메시지는 통째로. 여기서 아끼면 손해입니다.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바꿔 보세요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89888"/>
          <a:ext cx="1090879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8795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무거운 방식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가벼운 방식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"프로젝트 전체를 다 읽고 파악해 주세요"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"읽기 화면 하나만 보고 설명해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하루 종일 대화 하나로 버티기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하나 끝날 때마다 정리하고 새로 시작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매번 "쉬운 말로 설명해 주세요"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규칙에 한 번 적어 두기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 결과를 화면에 그대로 다 뽑기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"그 내용을 파일로 만들어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매번 같은 순서를 처음부터 설명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스킬로 접어 두고 이름만 부르기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오른쪽이 결과가 더 좋기까지 합니다. 좁게 물을수록 정확한 답이 옵니다.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책상을 치우는 도구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컴팩트 · 클리어 · 새 대화.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하는 일이 다릅니다.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도구, 세 가지 일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6642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이불을 갠다 · 하던 일을 이어갈 때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97510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컴팩트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96896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지금까지를 요약으로 접어 자리를 비웁니다. 기억은 남고 원문은 사라집니다.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389888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8576" y="16642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책상을 비운다 · 다음 일로 넘어갈 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197510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클리어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596896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기록을 깨끗이 치웁니다. 요약도 남지 않습니다.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1389888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642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책상으로 · 잠깐 다른 걸 볼 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197510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대화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96896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대화는 그대로 두고 다른 자리에서 시작합니다. 나중에 돌아올 수 있습니다.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89204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이름은 프로그램마다 조금씩 다릅니다. 지금 쓰는 곳에서 /help 를 쳐 보면 그 자리의 이름이 나옵니다.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쓰게 될 도구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컴팩트 — 접어서 자리를 비운다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일어나나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지금까지의 대화를 클로드가 스스로 요약합니다. 그 요약만 남기고 원문은 접습니다.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책상이 넓어지고, 하던 이야기는 이어집니다.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4A2C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잃는 것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FD9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요약이므로 세부는 사라집니다. 주고받은 말 그대로는 남지 않습니다.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FD9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꼭 남겨야 할 것은 미리 파일로 적어 두거나, 접기 전에 말해 둡니다.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35838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접기 전에 한 번 물으세요 — "지금까지 정한 것을 정리해서 파일로 남겨 주세요." 그러면 요약이 아니라 기록이 남습니다.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 둬도 일어나는 일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접히기도 합니다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책상이 꽉 차면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시키지 않아도 스스로 접고 이어 갑니다. 대화가 끊기지 않습니다.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0460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3680460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몰라도 일이 멈추지 않습니다. 신경 쓸 것이 하나 줄어듭니다.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점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접히는 시점을 내가 못 고릅니다. 하필 중요한 대목이 요약될 수 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9156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9249156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꽉 차기를 기다리지 말고, 일이 한 단락 끝났을 때 내가 먼저 접습니다.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하나입니다 — 내가 고른 자리에서 접히느냐, 하필 그때 접히느냐.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무엇을 쓰나</a:t>
            </a:r>
            <a:endParaRPr lang="en-US" sz="3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89888"/>
          <a:ext cx="10908792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87375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이런 상황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이것을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일을 계속 하는데 대화가 길어졌다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컴팩트 — 접고 이어 간다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일은 끝났고 다음 일로 넘어간다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클리어 또는 새 대화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방향이 꼬였고 지금까지가 다 헛일이다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대화 + 세 줄 요약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잠깐 다른 것을 물어보고 싶다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대화를 따로 연다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중요한 결정이 대화 안에만 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파일로 남기고 나서 접는다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이 한 줄 — 일이 이어지면 컴팩트, 일이 바뀌면 새로 시작.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사람만 하는 것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접을 때 무엇을 남길지 말해 줍니다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6EEE8"/>
          </a:solidFill>
          <a:ln w="12700">
            <a:solidFill>
              <a:srgbClr val="E0CF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접으면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자기 기준으로 요약합니다. 내가 중요하게 여긴 것이 빠질 수 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4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접으면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접기 명령 뒤에 무엇을 꼭 남길지 덧붙입니다. 그 대목이 요약에 살아남습니다.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35838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씁니다 — "지금 만들고 있는 인쇄 버튼 작업과, 아직 못 고친 날짜 색 문제는 꼭 남겨 주세요."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— 접어 두고 꺼내 쓰기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되풀이하는 일을 한 번 적어 두면,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다음부터는 이름만 부르면 됩니다.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레시피 카드를 생각하세요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스킬이란 무엇인가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 둔 순서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되풀이하는 일의 순서를 한 번 적어 둔 것입니다.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0460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부르면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3680460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다음부터는 설명하지 않고 이름만 부르면 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평소엔 접혀 있다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때만 펼쳐집니다. 그래서 책상을 차지하지 않습니다.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9156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 쓸 수 있다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9249156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써도 같은 결과가 나옵니다.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칸이 오늘 수업과 이어집니다 — 스킬은 쌓아 두면서도 무겁지 않은 유일한 방법입니다.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스킬이 있고 없고의 차이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6EEE8"/>
          </a:solidFill>
          <a:ln w="12700">
            <a:solidFill>
              <a:srgbClr val="E0CF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없을 때 — 매주 이렇게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31136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"주보를 만들어 주세요. 맨 위에 날짜랑 예배 순서가 들어가고, 그다음 광고, 그다음 기도제목이고요. 말투는 높임말로, 한 줄은 너무 길지 않게, 그리고…"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다시 설명합니다. 빠뜨리는 것도 매번 다릅니다.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54496" y="1389888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0256" y="166420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4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있을 때 — 매주 이렇게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0256" y="2231136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"주보 만들기 스킬로 이번 주 주보 초안 만들어 주세요."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순서와 말투는 이미 적혀 있습니다. 빠뜨릴 일이 없습니다.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502920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만드는 데 10분, 그 뒤로는 매번 10분씩 아낍니다.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들여다보면 별것 아닙니다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스킬은 세 부분입니다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부를 때 쓰는 말.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"주보 만들기"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쓰는지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"주일 주보 초안을 만들 때"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93392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순서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칸이 어떤 차례로 들어가고, 말투는 어떠한지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2번이 특히 중요합니다 — 클로드는 이 한 줄을 보고 "지금이 이 스킬을 펼칠 때인가"를 판단합니다.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법 — 네 걸음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99286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992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56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8988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되풀이하는 일을 하나 고른다. 이번 달에 세 번 넘게 한 일이면 충분합니다.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561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85009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850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56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7561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순서를 말로 설명한다. 평소 남에게 시키듯 말하면 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61334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70732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70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56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61334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"이걸 스킬로 만들어 주세요." 파일도 형식도 클로드가 알아서 만듭니다.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4705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455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5564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56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4705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써 보고 고친다. 빠진 것이 보이면 "이것도 넣어 주세요".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33278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42178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5421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56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33278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완벽하게 만들려 하지 마세요. 쓰면서 자라는 것이 정상입니다.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교회에서 바로 쓸 만한 것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후보 다섯</a:t>
            </a:r>
            <a:endParaRPr lang="en-US" sz="3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4263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스킬 이름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적어 두나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주보 초안 만들기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칸의 차례, 말투, 빠지면 안 되는 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설교 요약 카드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제목·본문·세 줄 요약·적용 질문 하나의 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행사 안내문 쓰기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교회 문체, 꼭 들어갈 정보(일시·장소·문의)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회의록 정리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결정된 것 / 맡은 사람 / 다음에 볼 것 세 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화면 만들 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2강의 다섯 걸음 + 이 앱에서 지킬 것들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기준은 하나 — "매번 같은 설명을 하고 있나?" 그렇다면 스킬 자리입니다.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헷갈리기 쉬운 셋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말하기 · 규칙 · 스킬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한 번만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042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말하기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26080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"오늘은 표로 정리해 주세요."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2544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8576" y="1993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· 말 안 해도 적용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3042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규칙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926080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"설명은 늘 쉬운 우리말로."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93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가끔, 순서가 긴 일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042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26080"/>
            <a:ext cx="29718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"주보 만들기 스킬로." 부를 때만 펼쳐집니다.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규칙에 모든 걸 다 적으면 매번 그 전부를 읽습니다. 가끔 쓰는 긴 것은 규칙이 아니라 스킬로 두세요.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하나 만들어 갑니다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스킬 하나, 그리고 접기 한 번.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 · 20분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스킬 하나 만들기</a:t>
            </a:r>
            <a:endParaRPr lang="en-US" sz="3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합니다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고르기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달에 세 번 넘게 한 일을 하나 적는다.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설명하기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"제가 ○○을 할 때 이런 순서로 합니다: …" 말하듯 적는다.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만들기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"이걸 스킬로 만들어 주세요. 이름은 ○○로 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써 보기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바로 한 번 불러서 결과를 본다.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고치기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빠진 것이 보이면 "이것도 넣어 주세요." 그리고 다시 한 번.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 모르겠으면 — "제가 자주 하는 일 중에 스킬로 만들 만한 걸 같이 찾아 주세요."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2 · 10분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 보고, 점검해 보기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 보기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/help 를 쳐서 접는 명령의 이름을 찾는다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방금 만든 스킬 이야기를 남기라고 덧붙여 접는다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뒤 "우리가 방금 뭘 했죠?" 하고 물어본다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남았는지 확인한다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2B21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습관 점검 네 줄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대화, 몇 시간째인가?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상관없는 이야기가 섞여 있나?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반복해 말하는 문장이 있나?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결과를 화면에 쏟고 있나?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35838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줄에 걸리면 규칙이나 스킬로 옮길 때입니다. 넷째 줄에 걸리면 파일로 받으세요.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잘라서 책상에 붙이세요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3강 치트시트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41192" cy="4453128"/>
          </a:xfrm>
          <a:prstGeom prst="roundRect">
            <a:avLst>
              <a:gd name="adj" fmla="val 265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75104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무거워지나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59152"/>
            <a:ext cx="2855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클로드는 답할 때마다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전체를 다시 읽는다.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36976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아끼는 습관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621024"/>
            <a:ext cx="28559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정리 · 볼 곳을 가리키기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결과는 파일로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반복은 규칙/스킬로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찾기는 맡기고 요약만 · 계획 먼저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에러는 통째로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1719072"/>
            <a:ext cx="3441192" cy="4453128"/>
          </a:xfrm>
          <a:prstGeom prst="roundRect">
            <a:avLst>
              <a:gd name="adj" fmla="val 265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6488" y="1975104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치우는 도구 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6488" y="2359152"/>
            <a:ext cx="2855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컴팩트 — 접고 이어 간다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클리어 — 깨끗이 비운다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대화 — 옆자리에서 시작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6488" y="3511296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이 한 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6488" y="3895344"/>
            <a:ext cx="2855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이어지면 컴팩트,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바뀌면 새로 시작.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6488" y="4773168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접을 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6488" y="5157216"/>
            <a:ext cx="2855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남길지 같이 말한다.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7680" y="1719072"/>
            <a:ext cx="3441192" cy="4453128"/>
          </a:xfrm>
          <a:prstGeom prst="roundRect">
            <a:avLst>
              <a:gd name="adj" fmla="val 2657"/>
            </a:avLst>
          </a:prstGeom>
          <a:solidFill>
            <a:srgbClr val="2B211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00288" y="1975104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세 부분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2359152"/>
            <a:ext cx="2855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언제 쓰는지 · 하는 순서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00288" y="2962656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법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00288" y="3346704"/>
            <a:ext cx="2855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되풀이하는 일을 고르고,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말하고,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"이걸 스킬로 만들어 주세요."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0288" y="4498848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중 무엇으로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00288" y="4882896"/>
            <a:ext cx="2855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번만 → 말하기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→ 규칙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가끔, 길게 → 스킬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한 문장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덜어 내고, 접고,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 둔 것을 꺼내 쓴다.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마당이 결국 한 가지였습니다 —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 지금 필요한 것만 두는 일.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9326880" cy="777240"/>
          </a:xfrm>
          <a:prstGeom prst="roundRect">
            <a:avLst>
              <a:gd name="adj" fmla="val 9412"/>
            </a:avLst>
          </a:prstGeom>
          <a:solidFill>
            <a:srgbClr val="3A2C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8920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 — 오늘 만든 스킬을 이번 주에 한 번 실제로 써 보세요.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3강 · 효율적으로 쓰기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클로드 효율적으로 쓰기 (3강)</dc:title>
  <dc:subject>PptxGenJS Presentation</dc:subject>
  <dc:creator>새부대교회</dc:creator>
  <cp:lastModifiedBy>새부대교회</cp:lastModifiedBy>
  <cp:revision>1</cp:revision>
  <dcterms:created xsi:type="dcterms:W3CDTF">2026-09-21T01:50:20Z</dcterms:created>
  <dcterms:modified xsi:type="dcterms:W3CDTF">2026-09-21T01:50:20Z</dcterms:modified>
</cp:coreProperties>
</file>